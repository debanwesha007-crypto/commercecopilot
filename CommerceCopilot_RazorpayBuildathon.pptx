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TRACK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CommerceCopilot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agent-readable merchant catalog and conversational checkout assistant, built on Razorpay's test-mode Payment Gateway API.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Pitch Deck  ·  Submission: September 5, 2026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Anwesha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TASTE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catalogs aren't built for AI buyers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agent-readable catalog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merchants expose payments via API, but product catalogs live in web UIs that AI shopping agents can't reliably parse or act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breaks conversational flow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290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chatting with an AI assistant has to leave the conversation, open a site, and manually complete checkout — killing conversion.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43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trust layer for agent-initiated payments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4290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have no way to let an AI agent transact on a buyer's behalf with bounded limits, explainability, and an audit trail.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1F5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Razorpay: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agentic shopping grows, the payment layer that lets AI buyers transact safely on a merchant's behalf becomes core infrastructure — not a side feature.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three jobs: discover, decide, checkout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and compares products from the merchant's catalog, exposed as structured MCP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32504" y="2743200"/>
            <a:ext cx="210312" cy="274320"/>
          </a:xfrm>
          <a:prstGeom prst="rightArrow">
            <a:avLst/>
          </a:prstGeom>
          <a:solidFill>
            <a:srgbClr val="C7CBDA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14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26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grounds the agent's answers in real product reviews, so recommendations cite sources instead of hallucinating.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81544" y="2743200"/>
            <a:ext cx="210312" cy="274320"/>
          </a:xfrm>
          <a:prstGeom prst="rightArrow">
            <a:avLst/>
          </a:prstGeom>
          <a:solidFill>
            <a:srgbClr val="C7C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26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completes a bounded, confirmed transaction through Razorpay's test-mode Payment Gateway API, logged end-to-end.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proven pieces from prior builds: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  ·  NitroStack (TypeScript MCP server framework)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 ·  same pipeline pattern as the document Q&amp;A tool project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760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+ full-stack shape  ·  same pattern as the meeting-lifecycle automation build (Next.js / FastAPI)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7373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human buyer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87245"/>
            <a:ext cx="179222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2167128"/>
            <a:ext cx="502920" cy="9144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6916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691640"/>
            <a:ext cx="20116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agent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2190902"/>
            <a:ext cx="206654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tool-calling loop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2651760"/>
            <a:ext cx="9144" cy="411480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306324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0F6E56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3063240"/>
            <a:ext cx="41148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  (NitroStack)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3467405"/>
            <a:ext cx="416966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compare · ask_reviews · cart · checkout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09928" y="3840480"/>
            <a:ext cx="1581912" cy="502920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3840480"/>
            <a:ext cx="530352" cy="502920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52160" y="3840480"/>
            <a:ext cx="1069848" cy="502920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3434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343400"/>
            <a:ext cx="2057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service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842662"/>
            <a:ext cx="21122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merchant product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43434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4343400"/>
            <a:ext cx="2057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review engine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64408" y="4842662"/>
            <a:ext cx="21122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retrieval, grounded answers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43434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BEAF0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4343400"/>
            <a:ext cx="2057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test-mode API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870448" y="4842662"/>
            <a:ext cx="211226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Gateway, bounded &amp; confirmed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22008" y="5303520"/>
            <a:ext cx="9144" cy="411480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57150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141A45"/>
          </a:solidFill>
          <a:ln w="12700">
            <a:solidFill>
              <a:srgbClr val="C7CB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97880" y="571500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870448" y="6095390"/>
            <a:ext cx="211226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+ transaction ID recorded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709928" y="5303520"/>
            <a:ext cx="9144" cy="777240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709928" y="6080760"/>
            <a:ext cx="4050792" cy="0"/>
          </a:xfrm>
          <a:prstGeom prst="line">
            <a:avLst/>
          </a:prstGeom>
          <a:noFill/>
          <a:ln w="12700">
            <a:solidFill>
              <a:srgbClr val="8B90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6080760"/>
            <a:ext cx="9144" cy="9144"/>
          </a:xfrm>
          <a:prstGeom prst="line">
            <a:avLst/>
          </a:prstGeom>
          <a:noFill/>
          <a:ln w="15875">
            <a:solidFill>
              <a:srgbClr val="8B90A6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8366760" y="44805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into checkout is bounded, logged, and reversible — see slide 6.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 schema exposed to the agent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4937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search_products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query, max_price?, category?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products from the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get_product_details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Specs, price, review snippets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compare_products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product_ids[]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price / spec / rating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ask_reviews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RAG-grounded answer with cited review snippets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add_to_cart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cart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checkout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test-mode order confirmation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outputs are structured JSON, not prose — keeps agent tool-calling reliable and the frontend easy to render.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JUDGMENT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Bounded, explainable, deterministic where it 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" cy="54864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actions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514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spend cap per session; checkout requires an explicit user confirmation step before the agent can call the Razorpay API — the LLM proposes, it never auto-executes payment.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011680"/>
            <a:ext cx="82296" cy="54864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514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and review answer cites the specific product or review snippet it came from — no ungrounded claims reach the buyer.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389120"/>
            <a:ext cx="82296" cy="54864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920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MCP tool call and Razorpay transaction ID is logged with a timestamp, so any purchase can be traced back to the exact agent decision that produced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389120"/>
            <a:ext cx="82296" cy="54864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where AI isn't needed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8920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totals, price comparisons, and tax math are computed in code, not generated by the LLM — the model is used for search, ranking, and language, not arithmetic.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83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chat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56692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500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orchestration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169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91693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tool-calling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11064240" cy="56692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838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4838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NitroStack (TypeScript MCP server framework)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050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050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 + vector store (RAG over reviews)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56692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617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46177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Gateway — test mode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8464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84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audit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1846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Supabase for catalog + audit log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C7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751576"/>
            <a:ext cx="11064240" cy="0"/>
          </a:xfrm>
          <a:prstGeom prst="line">
            <a:avLst/>
          </a:prstGeom>
          <a:noFill/>
          <a:ln w="12700">
            <a:solidFill>
              <a:srgbClr val="C7CB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breaks, and how the system responds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206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 timeout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or comparison tool call fails to respond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retries once, then falls back to cached catalog data and tells the user results may be stale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API 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test-mode call errors mid-checkout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is rolled back before confirmation; no charge is created; user is shown a clear retry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Ungrounded review claim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corpus has no relevant passage for a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ask_reviews tool returns 'no grounded answer' instead of letting the LLM guess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in before submission: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Razorpay's brief specifically asks what actually broke during your build and how you fixed it. Replace this box with the real incident — e.g. an MCP tool schema mismatch, a race condition in cart state, or a RAG retrieval failure — and the concrete fix.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flow and what we'll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32888" y="2039112"/>
            <a:ext cx="128016" cy="182880"/>
          </a:xfrm>
          <a:prstGeom prst="rightArrow">
            <a:avLst/>
          </a:prstGeom>
          <a:solidFill>
            <a:srgbClr val="C7CBDA"/>
          </a:solidFill>
          <a:ln/>
        </p:spPr>
      </p:sp>
      <p:sp>
        <p:nvSpPr>
          <p:cNvPr id="7" name="Shape 5"/>
          <p:cNvSpPr/>
          <p:nvPr/>
        </p:nvSpPr>
        <p:spPr>
          <a:xfrm>
            <a:off x="2679192" y="17830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783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039112"/>
            <a:ext cx="128016" cy="182880"/>
          </a:xfrm>
          <a:prstGeom prst="rightArrow">
            <a:avLst/>
          </a:prstGeom>
          <a:solidFill>
            <a:srgbClr val="C7CBDA"/>
          </a:solidFill>
          <a:ln/>
        </p:spPr>
      </p:sp>
      <p:sp>
        <p:nvSpPr>
          <p:cNvPr id="10" name="Shape 8"/>
          <p:cNvSpPr/>
          <p:nvPr/>
        </p:nvSpPr>
        <p:spPr>
          <a:xfrm>
            <a:off x="4809744" y="17830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9744" y="1783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reviews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93992" y="2039112"/>
            <a:ext cx="128016" cy="182880"/>
          </a:xfrm>
          <a:prstGeom prst="rightArrow">
            <a:avLst/>
          </a:prstGeom>
          <a:solidFill>
            <a:srgbClr val="C7CBDA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17830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0296" y="1783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24544" y="2039112"/>
            <a:ext cx="128016" cy="182880"/>
          </a:xfrm>
          <a:prstGeom prst="rightArrow">
            <a:avLst/>
          </a:prstGeom>
          <a:solidFill>
            <a:srgbClr val="C7CBD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17830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1783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(test mode)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captured on a held-out demo run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success rate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agent response latency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completion rate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5256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5256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answers with a valid citation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real numbers from a held-out batch run before recording the pitch video — Razorpay's judging weighs measured results heavily.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CommerceCopilot  ·  Razorpay AI Buildathon 2026  ·  Agentic Commerce Track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74320" cy="274320"/>
          </a:xfrm>
          <a:prstGeom prst="roundRect">
            <a:avLst>
              <a:gd name="adj" fmla="val 20000"/>
            </a:avLst>
          </a:prstGeom>
          <a:ln w="19050">
            <a:solidFill>
              <a:srgbClr val="E1F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27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 — clean structure, README with setup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74320" cy="274320"/>
          </a:xfrm>
          <a:prstGeom prst="roundRect">
            <a:avLst>
              <a:gd name="adj" fmla="val 20000"/>
            </a:avLst>
          </a:prstGeom>
          <a:ln w="19050">
            <a:solidFill>
              <a:srgbClr val="E1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212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pitch video (unlisted) — problem, architecture, live demo, one real failure + fix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274320" cy="274320"/>
          </a:xfrm>
          <a:prstGeom prst="roundRect">
            <a:avLst>
              <a:gd name="adj" fmla="val 20000"/>
            </a:avLst>
          </a:prstGeom>
          <a:ln w="19050">
            <a:solidFill>
              <a:srgbClr val="E1F5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898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documentation (this deck, or exported alongside it)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274320" cy="274320"/>
          </a:xfrm>
          <a:prstGeom prst="roundRect">
            <a:avLst>
              <a:gd name="adj" fmla="val 20000"/>
            </a:avLst>
          </a:prstGeom>
          <a:ln w="19050">
            <a:solidFill>
              <a:srgbClr val="E1F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3584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written up in the application form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274320" cy="274320"/>
          </a:xfrm>
          <a:prstGeom prst="roundRect">
            <a:avLst>
              <a:gd name="adj" fmla="val 20000"/>
            </a:avLst>
          </a:prstGeom>
          <a:ln w="19050">
            <a:solidFill>
              <a:srgbClr val="E1F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2702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metrics from a held-out run, not placeholders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September 5,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2026-09-01T19:22:45Z</dcterms:created>
  <dcterms:modified xsi:type="dcterms:W3CDTF">2026-09-01T19:22:45Z</dcterms:modified>
</cp:coreProperties>
</file>